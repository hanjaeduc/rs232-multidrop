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531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F7B3D-150B-47AF-AC5A-AB41C18A732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7D267-537A-40B3-94A5-665E4832F1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391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634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54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61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83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1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660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32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72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98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94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80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27230-2B2B-4BF6-921E-A0F43B8B4FD3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13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메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306DF1-B8DF-7EB6-4692-4A52B99B0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490" y="1211580"/>
            <a:ext cx="587502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07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A2DD17-6BD4-AE71-E83C-1DBA7F148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735330"/>
            <a:ext cx="5715000" cy="5387340"/>
          </a:xfrm>
          <a:prstGeom prst="rect">
            <a:avLst/>
          </a:prstGeom>
        </p:spPr>
      </p:pic>
      <p:pic>
        <p:nvPicPr>
          <p:cNvPr id="7" name="그림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79C905-E2F7-5804-1037-EC7C39C7C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67" y="4712322"/>
            <a:ext cx="5417820" cy="1577340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1A9E0F-4705-3A3C-E13D-E5B75C2F4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87" y="4228371"/>
            <a:ext cx="5661660" cy="1805940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0AA289-88F4-F5E6-00BC-C5DF824FD6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25" y="1734279"/>
            <a:ext cx="5890260" cy="1790700"/>
          </a:xfrm>
          <a:prstGeom prst="rect">
            <a:avLst/>
          </a:prstGeom>
        </p:spPr>
      </p:pic>
      <p:pic>
        <p:nvPicPr>
          <p:cNvPr id="13" name="그림 12" descr="전기 배선, 전자 공학, 열 수축 튜브, 전기 공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95B879-822E-3A5D-5903-69B986D818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5160" y="3219450"/>
            <a:ext cx="9144000" cy="5143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D89DFC-923B-2516-08E6-B8E42B83BB24}"/>
              </a:ext>
            </a:extLst>
          </p:cNvPr>
          <p:cNvSpPr txBox="1"/>
          <p:nvPr/>
        </p:nvSpPr>
        <p:spPr>
          <a:xfrm>
            <a:off x="-1295400" y="685800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Male</a:t>
            </a:r>
            <a:r>
              <a:rPr lang="ko-KR" altLang="en-US" dirty="0"/>
              <a:t>타입 </a:t>
            </a:r>
            <a:r>
              <a:rPr lang="ko-KR" altLang="en-US" dirty="0" err="1"/>
              <a:t>컨넥터</a:t>
            </a:r>
            <a:r>
              <a:rPr lang="ko-KR" altLang="en-US" dirty="0"/>
              <a:t> </a:t>
            </a:r>
            <a:r>
              <a:rPr lang="en-US" altLang="ko-KR" dirty="0" err="1"/>
              <a:t>pcb</a:t>
            </a:r>
            <a:r>
              <a:rPr lang="en-US" altLang="ko-KR" dirty="0"/>
              <a:t> decal</a:t>
            </a:r>
            <a:r>
              <a:rPr lang="ko-KR" altLang="en-US" dirty="0"/>
              <a:t>을 </a:t>
            </a:r>
            <a:r>
              <a:rPr lang="en-US" altLang="ko-KR" dirty="0"/>
              <a:t>female</a:t>
            </a:r>
            <a:r>
              <a:rPr lang="ko-KR" altLang="en-US" dirty="0"/>
              <a:t>타입으로 사용하여 문제발생</a:t>
            </a:r>
            <a:r>
              <a:rPr lang="en-US" altLang="ko-KR" dirty="0"/>
              <a:t>,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0319909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2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2" id="{FE007D30-10D0-4409-ACE3-FDF2EE8E494C}" vid="{CDB95E90-307B-46C5-8ECD-E2037744094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</TotalTime>
  <Words>11</Words>
  <Application>Microsoft Office PowerPoint</Application>
  <PresentationFormat>화면 슬라이드 쇼(4:3)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테마2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JHAN</dc:creator>
  <cp:lastModifiedBy>JHAN</cp:lastModifiedBy>
  <cp:revision>1</cp:revision>
  <dcterms:created xsi:type="dcterms:W3CDTF">2026-02-04T13:59:03Z</dcterms:created>
  <dcterms:modified xsi:type="dcterms:W3CDTF">2026-02-04T14:01:30Z</dcterms:modified>
</cp:coreProperties>
</file>